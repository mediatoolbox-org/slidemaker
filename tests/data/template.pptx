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Presentation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Subtitle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Author Name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Author Bio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Agenda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Agenda Items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Content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Content Body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Wrap-up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Wrap-up Summary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/>
            </a:pPr>
            <a:r>
              <a:t>Thank You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822960" y="22860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Contact Info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